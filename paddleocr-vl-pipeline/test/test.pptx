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PaddleOCR-VL Pipeline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Intelligence on HPE Private Cloud AI</a:t>
            </a:r>
          </a:p>
          <a:p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Three-tier architecture:</a:t>
            </a:r>
          </a:p>
          <a:p>
            <a:pPr lvl="1"/>
            <a:r>
              <a:t>Tier 1: VLM Model on MLIS (PaddleOCR-VL 0.9B)</a:t>
            </a:r>
          </a:p>
          <a:p>
            <a:pPr lvl="1"/>
            <a:r>
              <a:t>Tier 2: Pipeline Adapter (Layout Detection + Gotenberg)</a:t>
            </a:r>
          </a:p>
          <a:p>
            <a:pPr lvl="1"/>
            <a:r>
              <a:t>Tier 3: OpenWebUI (Chat Interface)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Document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 (sec)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 (%)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Invoice (PDF)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Contract (DOCX)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Presentation (PPTX)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Scientific Paper (PDF)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highlights from Q1 2026:</a:t>
            </a:r>
          </a:p>
          <a:p>
            <a:pPr lvl="1"/>
            <a:r>
              <a:t>Total documents processed: 14,382</a:t>
            </a:r>
          </a:p>
          <a:p>
            <a:pPr lvl="1"/>
            <a:r>
              <a:t>Average processing time: 4.7 seconds/page</a:t>
            </a:r>
          </a:p>
          <a:p>
            <a:pPr lvl="1"/>
            <a:r>
              <a:t>Languages supported: 109</a:t>
            </a:r>
          </a:p>
          <a:p>
            <a:pPr lvl="1"/>
            <a:r>
              <a:t>Model size: 0.9B parameters (1.89 GiB GPU memory)</a:t>
            </a:r>
          </a:p>
          <a:p>
            <a:pPr lvl="1"/>
            <a:r>
              <a:t>Layout detection: PP-DocLayoutV3 on CPU (ONNX Runtime)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Roadmap for Q2 2026:</a:t>
            </a:r>
          </a:p>
          <a:p>
            <a:pPr lvl="1"/>
            <a:r>
              <a:t>Integrate with OpenWebUI as External Content Extraction Engine</a:t>
            </a:r>
          </a:p>
          <a:p>
            <a:pPr lvl="1"/>
            <a:r>
              <a:t>Add QwenVL as alternative VLM backend on MLIS</a:t>
            </a:r>
          </a:p>
          <a:p>
            <a:pPr lvl="1"/>
            <a:r>
              <a:t>Build custom adapter to bypass PaddleX Pydantic v2 bug</a:t>
            </a:r>
          </a:p>
          <a:p>
            <a:pPr lvl="1"/>
            <a:r>
              <a:t>Deploy as BYOA application on HPE AI Essentials</a:t>
            </a:r>
          </a:p>
          <a:p>
            <a:pPr lvl="1"/>
            <a:r>
              <a:t>Enable multi-GPU scaling for high-throughput workloads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